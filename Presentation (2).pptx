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sldIdLst>
    <p:sldId id="256" r:id="rId2"/>
    <p:sldId id="257" r:id="rId3"/>
    <p:sldId id="258" r:id="rId4"/>
    <p:sldId id="259" r:id="rId5"/>
    <p:sldId id="260" r:id="rId6"/>
    <p:sldId id="261" r:id="rId7"/>
    <p:sldId id="263" r:id="rId8"/>
    <p:sldId id="264" r:id="rId9"/>
    <p:sldId id="265" r:id="rId10"/>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78" d="100"/>
          <a:sy n="78" d="100"/>
        </p:scale>
        <p:origin x="850" y="6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bg>
      <p:bgPr>
        <a:solidFill>
          <a:schemeClr val="bg2"/>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1915128" y="1788454"/>
            <a:ext cx="8361229" cy="2098226"/>
          </a:xfrm>
        </p:spPr>
        <p:txBody>
          <a:bodyPr anchor="b">
            <a:noAutofit/>
          </a:bodyPr>
          <a:lstStyle>
            <a:lvl1pPr algn="ctr">
              <a:defRPr sz="7200" cap="all" baseline="0">
                <a:solidFill>
                  <a:schemeClr val="tx2"/>
                </a:solidFill>
              </a:defRPr>
            </a:lvl1pPr>
          </a:lstStyle>
          <a:p>
            <a:r>
              <a:rPr lang="en-US"/>
              <a:t>Click to edit Master title style</a:t>
            </a:r>
            <a:endParaRPr lang="en-US" dirty="0"/>
          </a:p>
        </p:txBody>
      </p:sp>
      <p:sp>
        <p:nvSpPr>
          <p:cNvPr id="3" name="Subtitle 2"/>
          <p:cNvSpPr>
            <a:spLocks noGrp="1"/>
          </p:cNvSpPr>
          <p:nvPr>
            <p:ph type="subTitle" idx="1"/>
          </p:nvPr>
        </p:nvSpPr>
        <p:spPr>
          <a:xfrm>
            <a:off x="2679906" y="3956279"/>
            <a:ext cx="6831673" cy="1086237"/>
          </a:xfrm>
        </p:spPr>
        <p:txBody>
          <a:bodyPr>
            <a:normAutofit/>
          </a:bodyPr>
          <a:lstStyle>
            <a:lvl1pPr marL="0" indent="0" algn="ctr">
              <a:lnSpc>
                <a:spcPct val="112000"/>
              </a:lnSpc>
              <a:spcBef>
                <a:spcPts val="0"/>
              </a:spcBef>
              <a:spcAft>
                <a:spcPts val="0"/>
              </a:spcAft>
              <a:buNone/>
              <a:defRPr sz="23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a:xfrm>
            <a:off x="752858" y="6453386"/>
            <a:ext cx="1607944" cy="404614"/>
          </a:xfrm>
        </p:spPr>
        <p:txBody>
          <a:bodyPr/>
          <a:lstStyle>
            <a:lvl1pPr>
              <a:defRPr baseline="0">
                <a:solidFill>
                  <a:schemeClr val="tx2"/>
                </a:solidFill>
              </a:defRPr>
            </a:lvl1pPr>
          </a:lstStyle>
          <a:p>
            <a:fld id="{87DE6118-2437-4B30-8E3C-4D2BE6020583}" type="datetimeFigureOut">
              <a:rPr lang="en-US" dirty="0"/>
              <a:pPr/>
              <a:t>11/20/2024</a:t>
            </a:fld>
            <a:endParaRPr lang="en-US" dirty="0"/>
          </a:p>
        </p:txBody>
      </p:sp>
      <p:sp>
        <p:nvSpPr>
          <p:cNvPr id="5" name="Footer Placeholder 4"/>
          <p:cNvSpPr>
            <a:spLocks noGrp="1"/>
          </p:cNvSpPr>
          <p:nvPr>
            <p:ph type="ftr" sz="quarter" idx="11"/>
          </p:nvPr>
        </p:nvSpPr>
        <p:spPr>
          <a:xfrm>
            <a:off x="2584054" y="6453386"/>
            <a:ext cx="7023377" cy="404614"/>
          </a:xfrm>
        </p:spPr>
        <p:txBody>
          <a:bodyPr/>
          <a:lstStyle>
            <a:lvl1pPr algn="ctr">
              <a:defRPr baseline="0">
                <a:solidFill>
                  <a:schemeClr val="tx2"/>
                </a:solidFill>
              </a:defRPr>
            </a:lvl1pPr>
          </a:lstStyle>
          <a:p>
            <a:endParaRPr lang="en-US" dirty="0"/>
          </a:p>
        </p:txBody>
      </p:sp>
      <p:sp>
        <p:nvSpPr>
          <p:cNvPr id="6" name="Slide Number Placeholder 5"/>
          <p:cNvSpPr>
            <a:spLocks noGrp="1"/>
          </p:cNvSpPr>
          <p:nvPr>
            <p:ph type="sldNum" sz="quarter" idx="12"/>
          </p:nvPr>
        </p:nvSpPr>
        <p:spPr>
          <a:xfrm>
            <a:off x="9830683" y="6453386"/>
            <a:ext cx="1596292" cy="404614"/>
          </a:xfrm>
        </p:spPr>
        <p:txBody>
          <a:bodyPr/>
          <a:lstStyle>
            <a:lvl1pPr>
              <a:defRPr baseline="0">
                <a:solidFill>
                  <a:schemeClr val="tx2"/>
                </a:solidFill>
              </a:defRPr>
            </a:lvl1pPr>
          </a:lstStyle>
          <a:p>
            <a:fld id="{69E57DC2-970A-4B3E-BB1C-7A09969E49DF}" type="slidenum">
              <a:rPr lang="en-US" dirty="0"/>
              <a:pPr/>
              <a:t>‹#›</a:t>
            </a:fld>
            <a:endParaRPr lang="en-US" dirty="0"/>
          </a:p>
        </p:txBody>
      </p:sp>
      <p:grpSp>
        <p:nvGrpSpPr>
          <p:cNvPr id="7" name="Group 6"/>
          <p:cNvGrpSpPr/>
          <p:nvPr/>
        </p:nvGrpSpPr>
        <p:grpSpPr>
          <a:xfrm>
            <a:off x="752858" y="744469"/>
            <a:ext cx="10674117" cy="5349671"/>
            <a:chOff x="752858" y="744469"/>
            <a:chExt cx="10674117" cy="5349671"/>
          </a:xfrm>
        </p:grpSpPr>
        <p:sp>
          <p:nvSpPr>
            <p:cNvPr id="11" name="Freeform 6"/>
            <p:cNvSpPr/>
            <p:nvPr/>
          </p:nvSpPr>
          <p:spPr bwMode="auto">
            <a:xfrm>
              <a:off x="8151962" y="1685652"/>
              <a:ext cx="3275013" cy="4408488"/>
            </a:xfrm>
            <a:custGeom>
              <a:avLst/>
              <a:gdLst/>
              <a:ahLst/>
              <a:cxnLst/>
              <a:rect l="l" t="t" r="r" b="b"/>
              <a:pathLst>
                <a:path w="10000" h="10000">
                  <a:moveTo>
                    <a:pt x="8761" y="0"/>
                  </a:moveTo>
                  <a:lnTo>
                    <a:pt x="10000" y="0"/>
                  </a:lnTo>
                  <a:lnTo>
                    <a:pt x="10000" y="10000"/>
                  </a:lnTo>
                  <a:lnTo>
                    <a:pt x="0" y="10000"/>
                  </a:lnTo>
                  <a:lnTo>
                    <a:pt x="0" y="9126"/>
                  </a:lnTo>
                  <a:lnTo>
                    <a:pt x="8761" y="9127"/>
                  </a:lnTo>
                  <a:lnTo>
                    <a:pt x="8761" y="0"/>
                  </a:lnTo>
                  <a:close/>
                </a:path>
              </a:pathLst>
            </a:custGeom>
            <a:solidFill>
              <a:schemeClr val="tx2"/>
            </a:solidFill>
            <a:ln w="0">
              <a:noFill/>
              <a:prstDash val="solid"/>
              <a:round/>
              <a:headEnd/>
              <a:tailEnd/>
            </a:ln>
          </p:spPr>
        </p:sp>
        <p:sp>
          <p:nvSpPr>
            <p:cNvPr id="14" name="Freeform 6"/>
            <p:cNvSpPr/>
            <p:nvPr/>
          </p:nvSpPr>
          <p:spPr bwMode="auto">
            <a:xfrm flipH="1" flipV="1">
              <a:off x="752858" y="744469"/>
              <a:ext cx="3275668" cy="4408488"/>
            </a:xfrm>
            <a:custGeom>
              <a:avLst/>
              <a:gdLst/>
              <a:ahLst/>
              <a:cxnLst/>
              <a:rect l="l" t="t" r="r" b="b"/>
              <a:pathLst>
                <a:path w="10002" h="10000">
                  <a:moveTo>
                    <a:pt x="8763" y="0"/>
                  </a:moveTo>
                  <a:lnTo>
                    <a:pt x="10002" y="0"/>
                  </a:lnTo>
                  <a:lnTo>
                    <a:pt x="10002" y="10000"/>
                  </a:lnTo>
                  <a:lnTo>
                    <a:pt x="2" y="10000"/>
                  </a:lnTo>
                  <a:cubicBezTo>
                    <a:pt x="-2" y="9698"/>
                    <a:pt x="4" y="9427"/>
                    <a:pt x="0" y="9125"/>
                  </a:cubicBezTo>
                  <a:lnTo>
                    <a:pt x="8763" y="9128"/>
                  </a:lnTo>
                  <a:lnTo>
                    <a:pt x="8763" y="0"/>
                  </a:lnTo>
                  <a:close/>
                </a:path>
              </a:pathLst>
            </a:custGeom>
            <a:solidFill>
              <a:schemeClr val="tx2"/>
            </a:solidFill>
            <a:ln w="0">
              <a:noFill/>
              <a:prstDash val="solid"/>
              <a:round/>
              <a:headEnd/>
              <a:tailEnd/>
            </a:ln>
          </p:spPr>
        </p:sp>
      </p:grpSp>
    </p:spTree>
  </p:cSld>
  <p:clrMapOvr>
    <a:overrideClrMapping bg1="lt1" tx1="dk1" bg2="lt2" tx2="dk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7DE6118-2437-4B30-8E3C-4D2BE6020583}" type="datetimeFigureOut">
              <a:rPr lang="en-US" dirty="0"/>
              <a:t>11/20/2024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9E57DC2-970A-4B3E-BB1C-7A09969E49DF}" type="slidenum">
              <a:rPr lang="en-US" dirty="0"/>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Ref idx="1001">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a:xfrm>
            <a:off x="765025" y="1301360"/>
            <a:ext cx="9612971" cy="2852737"/>
          </a:xfrm>
        </p:spPr>
        <p:txBody>
          <a:bodyPr anchor="b">
            <a:normAutofit/>
          </a:bodyPr>
          <a:lstStyle>
            <a:lvl1pPr algn="r">
              <a:defRPr sz="7200" cap="all" baseline="0">
                <a:solidFill>
                  <a:schemeClr val="tx2"/>
                </a:solidFill>
              </a:defRPr>
            </a:lvl1pPr>
          </a:lstStyle>
          <a:p>
            <a:r>
              <a:rPr lang="en-US"/>
              <a:t>Click to edit Master title style</a:t>
            </a:r>
            <a:endParaRPr lang="en-US" dirty="0"/>
          </a:p>
        </p:txBody>
      </p:sp>
      <p:sp>
        <p:nvSpPr>
          <p:cNvPr id="3" name="Text Placeholder 2"/>
          <p:cNvSpPr>
            <a:spLocks noGrp="1"/>
          </p:cNvSpPr>
          <p:nvPr>
            <p:ph type="body" idx="1"/>
          </p:nvPr>
        </p:nvSpPr>
        <p:spPr>
          <a:xfrm>
            <a:off x="765025" y="4216328"/>
            <a:ext cx="9612971" cy="1143324"/>
          </a:xfrm>
        </p:spPr>
        <p:txBody>
          <a:bodyPr/>
          <a:lstStyle>
            <a:lvl1pPr marL="0" indent="0" algn="r">
              <a:lnSpc>
                <a:spcPct val="112000"/>
              </a:lnSpc>
              <a:spcBef>
                <a:spcPts val="0"/>
              </a:spcBef>
              <a:spcAft>
                <a:spcPts val="0"/>
              </a:spcAft>
              <a:buNone/>
              <a:defRPr sz="2400">
                <a:solidFill>
                  <a:schemeClr val="tx2"/>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a:xfrm>
            <a:off x="738908" y="6453386"/>
            <a:ext cx="1622409" cy="404614"/>
          </a:xfrm>
        </p:spPr>
        <p:txBody>
          <a:bodyPr/>
          <a:lstStyle>
            <a:lvl1pPr>
              <a:defRPr>
                <a:solidFill>
                  <a:schemeClr val="tx2"/>
                </a:solidFill>
              </a:defRPr>
            </a:lvl1pPr>
          </a:lstStyle>
          <a:p>
            <a:fld id="{87DE6118-2437-4B30-8E3C-4D2BE6020583}" type="datetimeFigureOut">
              <a:rPr lang="en-US" dirty="0"/>
              <a:pPr/>
              <a:t>11/20/2024</a:t>
            </a:fld>
            <a:endParaRPr lang="en-US" dirty="0"/>
          </a:p>
        </p:txBody>
      </p:sp>
      <p:sp>
        <p:nvSpPr>
          <p:cNvPr id="5" name="Footer Placeholder 4"/>
          <p:cNvSpPr>
            <a:spLocks noGrp="1"/>
          </p:cNvSpPr>
          <p:nvPr>
            <p:ph type="ftr" sz="quarter" idx="11"/>
          </p:nvPr>
        </p:nvSpPr>
        <p:spPr>
          <a:xfrm>
            <a:off x="2584312" y="6453386"/>
            <a:ext cx="7023377" cy="404614"/>
          </a:xfrm>
        </p:spPr>
        <p:txBody>
          <a:bodyPr/>
          <a:lstStyle>
            <a:lvl1pPr algn="ctr">
              <a:defRPr>
                <a:solidFill>
                  <a:schemeClr val="tx2"/>
                </a:solidFill>
              </a:defRPr>
            </a:lvl1pPr>
          </a:lstStyle>
          <a:p>
            <a:endParaRPr lang="en-US" dirty="0"/>
          </a:p>
        </p:txBody>
      </p:sp>
      <p:sp>
        <p:nvSpPr>
          <p:cNvPr id="6" name="Slide Number Placeholder 5"/>
          <p:cNvSpPr>
            <a:spLocks noGrp="1"/>
          </p:cNvSpPr>
          <p:nvPr>
            <p:ph type="sldNum" sz="quarter" idx="12"/>
          </p:nvPr>
        </p:nvSpPr>
        <p:spPr>
          <a:xfrm>
            <a:off x="9830683" y="6453386"/>
            <a:ext cx="1596292" cy="404614"/>
          </a:xfrm>
        </p:spPr>
        <p:txBody>
          <a:bodyPr/>
          <a:lstStyle>
            <a:lvl1pPr>
              <a:defRPr>
                <a:solidFill>
                  <a:schemeClr val="tx2"/>
                </a:solidFill>
              </a:defRPr>
            </a:lvl1pPr>
          </a:lstStyle>
          <a:p>
            <a:fld id="{69E57DC2-970A-4B3E-BB1C-7A09969E49DF}" type="slidenum">
              <a:rPr lang="en-US" dirty="0"/>
              <a:pPr/>
              <a:t>‹#›</a:t>
            </a:fld>
            <a:endParaRPr lang="en-US" dirty="0"/>
          </a:p>
        </p:txBody>
      </p:sp>
      <p:sp>
        <p:nvSpPr>
          <p:cNvPr id="7" name="Freeform 6" title="Crop Mark"/>
          <p:cNvSpPr/>
          <p:nvPr/>
        </p:nvSpPr>
        <p:spPr bwMode="auto">
          <a:xfrm>
            <a:off x="8151962" y="1685652"/>
            <a:ext cx="3275013" cy="4408488"/>
          </a:xfrm>
          <a:custGeom>
            <a:avLst/>
            <a:gdLst/>
            <a:ahLst/>
            <a:cxnLst/>
            <a:rect l="0" t="0" r="r" b="b"/>
            <a:pathLst>
              <a:path w="4125" h="5554">
                <a:moveTo>
                  <a:pt x="3614" y="0"/>
                </a:moveTo>
                <a:lnTo>
                  <a:pt x="4125" y="0"/>
                </a:lnTo>
                <a:lnTo>
                  <a:pt x="4125" y="5554"/>
                </a:lnTo>
                <a:lnTo>
                  <a:pt x="0" y="5554"/>
                </a:lnTo>
                <a:lnTo>
                  <a:pt x="0" y="5074"/>
                </a:lnTo>
                <a:lnTo>
                  <a:pt x="3614" y="5074"/>
                </a:lnTo>
                <a:lnTo>
                  <a:pt x="3614" y="0"/>
                </a:lnTo>
                <a:close/>
              </a:path>
            </a:pathLst>
          </a:custGeom>
          <a:solidFill>
            <a:schemeClr val="tx2"/>
          </a:solidFill>
          <a:ln w="0">
            <a:noFill/>
            <a:prstDash val="solid"/>
            <a:round/>
            <a:headEnd/>
            <a:tailEnd/>
          </a:ln>
        </p:spPr>
      </p:sp>
    </p:spTree>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chemeClr val="tx2"/>
                </a:solidFill>
              </a:defRPr>
            </a:lvl1pPr>
          </a:lstStyle>
          <a:p>
            <a:r>
              <a:rPr lang="en-US"/>
              <a:t>Click to edit Master title style</a:t>
            </a:r>
            <a:endParaRPr lang="en-US" dirty="0"/>
          </a:p>
        </p:txBody>
      </p:sp>
      <p:sp>
        <p:nvSpPr>
          <p:cNvPr id="3" name="Content Placeholder 2"/>
          <p:cNvSpPr>
            <a:spLocks noGrp="1"/>
          </p:cNvSpPr>
          <p:nvPr>
            <p:ph sz="half" idx="1"/>
          </p:nvPr>
        </p:nvSpPr>
        <p:spPr>
          <a:xfrm>
            <a:off x="1371600" y="2285999"/>
            <a:ext cx="4447786" cy="3581401"/>
          </a:xfrm>
        </p:spPr>
        <p:txBody>
          <a:bodyPr/>
          <a:lstStyle>
            <a:lvl1pPr>
              <a:defRPr baseline="0">
                <a:solidFill>
                  <a:schemeClr val="tx2"/>
                </a:solidFill>
              </a:defRPr>
            </a:lvl1pPr>
            <a:lvl2pPr>
              <a:defRPr baseline="0">
                <a:solidFill>
                  <a:schemeClr val="tx2"/>
                </a:solidFill>
              </a:defRPr>
            </a:lvl2pPr>
            <a:lvl3pPr>
              <a:defRPr baseline="0">
                <a:solidFill>
                  <a:schemeClr val="tx2"/>
                </a:solidFill>
              </a:defRPr>
            </a:lvl3pPr>
            <a:lvl4pPr>
              <a:defRPr baseline="0">
                <a:solidFill>
                  <a:schemeClr val="tx2"/>
                </a:solidFill>
              </a:defRPr>
            </a:lvl4pPr>
            <a:lvl5pPr>
              <a:defRPr baseline="0">
                <a:solidFill>
                  <a:schemeClr val="tx2"/>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525403" y="2285999"/>
            <a:ext cx="4447786" cy="3581401"/>
          </a:xfrm>
        </p:spPr>
        <p:txBody>
          <a:bodyPr/>
          <a:lstStyle>
            <a:lvl1pPr>
              <a:defRPr>
                <a:solidFill>
                  <a:schemeClr val="tx2"/>
                </a:solidFill>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87DE6118-2437-4B30-8E3C-4D2BE6020583}" type="datetimeFigureOut">
              <a:rPr lang="en-US" dirty="0"/>
              <a:t>11/20/2024</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9E57DC2-970A-4B3E-BB1C-7A09969E49DF}" type="slidenum">
              <a:rPr lang="en-US" dirty="0"/>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371600" y="685800"/>
            <a:ext cx="9601200" cy="1485900"/>
          </a:xfrm>
        </p:spPr>
        <p:txBody>
          <a:bodyPr/>
          <a:lstStyle>
            <a:lvl1pPr>
              <a:defRPr>
                <a:solidFill>
                  <a:schemeClr val="tx2"/>
                </a:solidFill>
              </a:defRPr>
            </a:lvl1pPr>
          </a:lstStyle>
          <a:p>
            <a:r>
              <a:rPr lang="en-US"/>
              <a:t>Click to edit Master title style</a:t>
            </a:r>
            <a:endParaRPr lang="en-US" dirty="0"/>
          </a:p>
        </p:txBody>
      </p:sp>
      <p:sp>
        <p:nvSpPr>
          <p:cNvPr id="3" name="Text Placeholder 2"/>
          <p:cNvSpPr>
            <a:spLocks noGrp="1"/>
          </p:cNvSpPr>
          <p:nvPr>
            <p:ph type="body" idx="1"/>
          </p:nvPr>
        </p:nvSpPr>
        <p:spPr>
          <a:xfrm>
            <a:off x="1371600" y="2340864"/>
            <a:ext cx="4443984" cy="823912"/>
          </a:xfrm>
        </p:spPr>
        <p:txBody>
          <a:bodyPr anchor="b">
            <a:noAutofit/>
          </a:bodyPr>
          <a:lstStyle>
            <a:lvl1pPr marL="0" indent="0">
              <a:lnSpc>
                <a:spcPct val="84000"/>
              </a:lnSpc>
              <a:spcBef>
                <a:spcPts val="0"/>
              </a:spcBef>
              <a:spcAft>
                <a:spcPts val="0"/>
              </a:spcAft>
              <a:buNone/>
              <a:defRPr sz="3000" b="0"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371600" y="3305207"/>
            <a:ext cx="4443984" cy="2562193"/>
          </a:xfrm>
        </p:spPr>
        <p:txBody>
          <a:bodyPr/>
          <a:lstStyle>
            <a:lvl1pPr>
              <a:defRPr baseline="0">
                <a:solidFill>
                  <a:schemeClr val="tx2"/>
                </a:solidFill>
              </a:defRPr>
            </a:lvl1pPr>
            <a:lvl2pPr>
              <a:defRPr baseline="0">
                <a:solidFill>
                  <a:schemeClr val="tx2"/>
                </a:solidFill>
              </a:defRPr>
            </a:lvl2pPr>
            <a:lvl3pPr>
              <a:defRPr baseline="0">
                <a:solidFill>
                  <a:schemeClr val="tx2"/>
                </a:solidFill>
              </a:defRPr>
            </a:lvl3pPr>
            <a:lvl4pPr>
              <a:defRPr baseline="0">
                <a:solidFill>
                  <a:schemeClr val="tx2"/>
                </a:solidFill>
              </a:defRPr>
            </a:lvl4pPr>
            <a:lvl5pPr>
              <a:defRPr baseline="0">
                <a:solidFill>
                  <a:schemeClr val="tx2"/>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525014" y="2340864"/>
            <a:ext cx="4443984" cy="823912"/>
          </a:xfrm>
        </p:spPr>
        <p:txBody>
          <a:bodyPr anchor="b">
            <a:noAutofit/>
          </a:bodyPr>
          <a:lstStyle>
            <a:lvl1pPr marL="0" indent="0">
              <a:lnSpc>
                <a:spcPct val="84000"/>
              </a:lnSpc>
              <a:spcBef>
                <a:spcPts val="0"/>
              </a:spcBef>
              <a:spcAft>
                <a:spcPts val="0"/>
              </a:spcAft>
              <a:buNone/>
              <a:defRPr sz="3000" b="0"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525014" y="3305207"/>
            <a:ext cx="4443984" cy="2562193"/>
          </a:xfrm>
        </p:spPr>
        <p:txBody>
          <a:bodyPr/>
          <a:lstStyle>
            <a:lvl1pPr>
              <a:defRPr baseline="0">
                <a:solidFill>
                  <a:schemeClr val="tx2"/>
                </a:solidFill>
              </a:defRPr>
            </a:lvl1pPr>
            <a:lvl2pPr>
              <a:defRPr baseline="0">
                <a:solidFill>
                  <a:schemeClr val="tx2"/>
                </a:solidFill>
              </a:defRPr>
            </a:lvl2pPr>
            <a:lvl3pPr>
              <a:defRPr baseline="0">
                <a:solidFill>
                  <a:schemeClr val="tx2"/>
                </a:solidFill>
              </a:defRPr>
            </a:lvl3pPr>
            <a:lvl4pPr>
              <a:defRPr baseline="0">
                <a:solidFill>
                  <a:schemeClr val="tx2"/>
                </a:solidFill>
              </a:defRPr>
            </a:lvl4pPr>
            <a:lvl5pPr>
              <a:defRPr baseline="0">
                <a:solidFill>
                  <a:schemeClr val="tx2"/>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87DE6118-2437-4B30-8E3C-4D2BE6020583}" type="datetimeFigureOut">
              <a:rPr lang="en-US" dirty="0"/>
              <a:t>11/20/2024</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69E57DC2-970A-4B3E-BB1C-7A09969E49DF}" type="slidenum">
              <a:rPr lang="en-US" dirty="0"/>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87DE6118-2437-4B30-8E3C-4D2BE6020583}" type="datetimeFigureOut">
              <a:rPr lang="en-US" dirty="0"/>
              <a:t>11/20/2024</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69E57DC2-970A-4B3E-BB1C-7A09969E49DF}" type="slidenum">
              <a:rPr lang="en-US" dirty="0"/>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7DE6118-2437-4B30-8E3C-4D2BE6020583}" type="datetimeFigureOut">
              <a:rPr lang="en-US" dirty="0"/>
              <a:t>11/20/2024</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69E57DC2-970A-4B3E-BB1C-7A09969E49DF}" type="slidenum">
              <a:rPr lang="en-US" dirty="0"/>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8" name="Rectangle 7" title="Background Shape"/>
          <p:cNvSpPr/>
          <p:nvPr/>
        </p:nvSpPr>
        <p:spPr>
          <a:xfrm>
            <a:off x="0" y="376"/>
            <a:ext cx="5303520" cy="685762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723900" y="685800"/>
            <a:ext cx="3855720" cy="2157884"/>
          </a:xfrm>
        </p:spPr>
        <p:txBody>
          <a:bodyPr anchor="t">
            <a:noAutofit/>
          </a:bodyPr>
          <a:lstStyle>
            <a:lvl1pPr>
              <a:lnSpc>
                <a:spcPct val="84000"/>
              </a:lnSpc>
              <a:defRPr sz="4800" baseline="0">
                <a:solidFill>
                  <a:schemeClr val="tx2"/>
                </a:solidFill>
              </a:defRPr>
            </a:lvl1pPr>
          </a:lstStyle>
          <a:p>
            <a:r>
              <a:rPr lang="en-US"/>
              <a:t>Click to edit Master title style</a:t>
            </a:r>
            <a:endParaRPr lang="en-US" dirty="0"/>
          </a:p>
        </p:txBody>
      </p:sp>
      <p:sp>
        <p:nvSpPr>
          <p:cNvPr id="3" name="Content Placeholder 2"/>
          <p:cNvSpPr>
            <a:spLocks noGrp="1"/>
          </p:cNvSpPr>
          <p:nvPr>
            <p:ph idx="1"/>
          </p:nvPr>
        </p:nvSpPr>
        <p:spPr>
          <a:xfrm>
            <a:off x="6256020" y="685801"/>
            <a:ext cx="5212080" cy="5175250"/>
          </a:xfrm>
        </p:spPr>
        <p:txBody>
          <a:bodyPr/>
          <a:lstStyle>
            <a:lvl1pPr>
              <a:defRPr sz="2000"/>
            </a:lvl1pPr>
            <a:lvl2pPr>
              <a:defRPr sz="2000"/>
            </a:lvl2pPr>
            <a:lvl3pPr>
              <a:defRPr sz="1800"/>
            </a:lvl3pPr>
            <a:lvl4pPr>
              <a:defRPr sz="18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723900" y="2856344"/>
            <a:ext cx="3855720" cy="3011056"/>
          </a:xfrm>
        </p:spPr>
        <p:txBody>
          <a:bodyPr/>
          <a:lstStyle>
            <a:lvl1pPr marL="0" indent="0">
              <a:lnSpc>
                <a:spcPct val="113000"/>
              </a:lnSpc>
              <a:spcBef>
                <a:spcPts val="0"/>
              </a:spcBef>
              <a:spcAft>
                <a:spcPts val="1500"/>
              </a:spcAft>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a:xfrm>
            <a:off x="723900" y="6453386"/>
            <a:ext cx="1204572" cy="404614"/>
          </a:xfrm>
        </p:spPr>
        <p:txBody>
          <a:bodyPr/>
          <a:lstStyle>
            <a:lvl1pPr>
              <a:defRPr>
                <a:solidFill>
                  <a:schemeClr val="tx2"/>
                </a:solidFill>
              </a:defRPr>
            </a:lvl1pPr>
          </a:lstStyle>
          <a:p>
            <a:fld id="{87DE6118-2437-4B30-8E3C-4D2BE6020583}" type="datetimeFigureOut">
              <a:rPr lang="en-US" dirty="0"/>
              <a:pPr/>
              <a:t>11/20/2024</a:t>
            </a:fld>
            <a:endParaRPr lang="en-US" dirty="0"/>
          </a:p>
        </p:txBody>
      </p:sp>
      <p:sp>
        <p:nvSpPr>
          <p:cNvPr id="6" name="Footer Placeholder 5"/>
          <p:cNvSpPr>
            <a:spLocks noGrp="1"/>
          </p:cNvSpPr>
          <p:nvPr>
            <p:ph type="ftr" sz="quarter" idx="11"/>
          </p:nvPr>
        </p:nvSpPr>
        <p:spPr>
          <a:xfrm>
            <a:off x="2205945" y="6453386"/>
            <a:ext cx="2373675" cy="404614"/>
          </a:xfrm>
        </p:spPr>
        <p:txBody>
          <a:bodyPr/>
          <a:lstStyle>
            <a:lvl1pPr>
              <a:defRPr>
                <a:solidFill>
                  <a:schemeClr val="tx2"/>
                </a:solidFill>
              </a:defRPr>
            </a:lvl1pPr>
          </a:lstStyle>
          <a:p>
            <a:endParaRPr lang="en-US" dirty="0"/>
          </a:p>
        </p:txBody>
      </p:sp>
      <p:sp>
        <p:nvSpPr>
          <p:cNvPr id="7" name="Slide Number Placeholder 6"/>
          <p:cNvSpPr>
            <a:spLocks noGrp="1"/>
          </p:cNvSpPr>
          <p:nvPr>
            <p:ph type="sldNum" sz="quarter" idx="12"/>
          </p:nvPr>
        </p:nvSpPr>
        <p:spPr>
          <a:xfrm>
            <a:off x="9883140" y="6453386"/>
            <a:ext cx="1596292" cy="404614"/>
          </a:xfrm>
        </p:spPr>
        <p:txBody>
          <a:bodyPr/>
          <a:lstStyle>
            <a:lvl1pPr>
              <a:defRPr>
                <a:solidFill>
                  <a:schemeClr val="tx2"/>
                </a:solidFill>
              </a:defRPr>
            </a:lvl1pPr>
          </a:lstStyle>
          <a:p>
            <a:fld id="{69E57DC2-970A-4B3E-BB1C-7A09969E49DF}" type="slidenum">
              <a:rPr lang="en-US" dirty="0"/>
              <a:pPr/>
              <a:t>‹#›</a:t>
            </a:fld>
            <a:endParaRPr lang="en-US" dirty="0"/>
          </a:p>
        </p:txBody>
      </p:sp>
      <p:sp>
        <p:nvSpPr>
          <p:cNvPr id="9" name="Rectangle 8" title="Divider Bar"/>
          <p:cNvSpPr/>
          <p:nvPr/>
        </p:nvSpPr>
        <p:spPr>
          <a:xfrm>
            <a:off x="5303520" y="376"/>
            <a:ext cx="228600"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8" name="Rectangle 7" title="Background Shape"/>
          <p:cNvSpPr/>
          <p:nvPr/>
        </p:nvSpPr>
        <p:spPr>
          <a:xfrm>
            <a:off x="0" y="376"/>
            <a:ext cx="5303520" cy="685762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723900" y="685800"/>
            <a:ext cx="3855720" cy="2157884"/>
          </a:xfrm>
        </p:spPr>
        <p:txBody>
          <a:bodyPr anchor="t">
            <a:normAutofit/>
          </a:bodyPr>
          <a:lstStyle>
            <a:lvl1pPr>
              <a:lnSpc>
                <a:spcPct val="84000"/>
              </a:lnSpc>
              <a:defRPr sz="4800" baseline="0"/>
            </a:lvl1pPr>
          </a:lstStyle>
          <a:p>
            <a:r>
              <a:rPr lang="en-US"/>
              <a:t>Click to edit Master title style</a:t>
            </a:r>
            <a:endParaRPr lang="en-US" dirty="0"/>
          </a:p>
        </p:txBody>
      </p:sp>
      <p:sp>
        <p:nvSpPr>
          <p:cNvPr id="3" name="Picture Placeholder 2"/>
          <p:cNvSpPr>
            <a:spLocks noGrp="1" noChangeAspect="1"/>
          </p:cNvSpPr>
          <p:nvPr>
            <p:ph type="pic" idx="1"/>
          </p:nvPr>
        </p:nvSpPr>
        <p:spPr>
          <a:xfrm>
            <a:off x="5532120" y="0"/>
            <a:ext cx="6659880" cy="6857999"/>
          </a:xfrm>
        </p:spPr>
        <p:txBody>
          <a:bodyPr anchor="t">
            <a:normAutofit/>
          </a:bodyPr>
          <a:lstStyle>
            <a:lvl1pPr marL="0" indent="0">
              <a:buNone/>
              <a:defRPr sz="2000"/>
            </a:lvl1pPr>
            <a:lvl2pPr marL="457200" indent="0">
              <a:buNone/>
              <a:defRPr sz="2000"/>
            </a:lvl2pPr>
            <a:lvl3pPr marL="914400" indent="0">
              <a:buNone/>
              <a:defRPr sz="20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723900" y="2855968"/>
            <a:ext cx="3855720" cy="3011432"/>
          </a:xfrm>
        </p:spPr>
        <p:txBody>
          <a:bodyPr/>
          <a:lstStyle>
            <a:lvl1pPr marL="0" indent="0">
              <a:lnSpc>
                <a:spcPct val="113000"/>
              </a:lnSpc>
              <a:spcBef>
                <a:spcPts val="0"/>
              </a:spcBef>
              <a:spcAft>
                <a:spcPts val="1500"/>
              </a:spcAft>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a:xfrm>
            <a:off x="723900" y="6453386"/>
            <a:ext cx="1204572" cy="404614"/>
          </a:xfrm>
        </p:spPr>
        <p:txBody>
          <a:bodyPr/>
          <a:lstStyle>
            <a:lvl1pPr>
              <a:defRPr>
                <a:solidFill>
                  <a:schemeClr val="tx2"/>
                </a:solidFill>
              </a:defRPr>
            </a:lvl1pPr>
          </a:lstStyle>
          <a:p>
            <a:fld id="{87DE6118-2437-4B30-8E3C-4D2BE6020583}" type="datetimeFigureOut">
              <a:rPr lang="en-US" dirty="0"/>
              <a:pPr/>
              <a:t>11/20/2024</a:t>
            </a:fld>
            <a:endParaRPr lang="en-US" dirty="0"/>
          </a:p>
        </p:txBody>
      </p:sp>
      <p:sp>
        <p:nvSpPr>
          <p:cNvPr id="6" name="Footer Placeholder 5"/>
          <p:cNvSpPr>
            <a:spLocks noGrp="1"/>
          </p:cNvSpPr>
          <p:nvPr>
            <p:ph type="ftr" sz="quarter" idx="11"/>
          </p:nvPr>
        </p:nvSpPr>
        <p:spPr>
          <a:xfrm>
            <a:off x="2205945" y="6453386"/>
            <a:ext cx="2373675" cy="404614"/>
          </a:xfrm>
        </p:spPr>
        <p:txBody>
          <a:bodyPr/>
          <a:lstStyle>
            <a:lvl1pPr>
              <a:defRPr>
                <a:solidFill>
                  <a:schemeClr val="tx2"/>
                </a:solidFill>
              </a:defRPr>
            </a:lvl1pPr>
          </a:lstStyle>
          <a:p>
            <a:endParaRPr lang="en-US" dirty="0"/>
          </a:p>
        </p:txBody>
      </p:sp>
      <p:sp>
        <p:nvSpPr>
          <p:cNvPr id="7" name="Slide Number Placeholder 6"/>
          <p:cNvSpPr>
            <a:spLocks noGrp="1"/>
          </p:cNvSpPr>
          <p:nvPr>
            <p:ph type="sldNum" sz="quarter" idx="12"/>
          </p:nvPr>
        </p:nvSpPr>
        <p:spPr>
          <a:xfrm>
            <a:off x="9883140" y="6453386"/>
            <a:ext cx="1596292" cy="404614"/>
          </a:xfrm>
        </p:spPr>
        <p:txBody>
          <a:bodyPr/>
          <a:lstStyle>
            <a:lvl1pPr>
              <a:defRPr>
                <a:solidFill>
                  <a:schemeClr val="tx2"/>
                </a:solidFill>
              </a:defRPr>
            </a:lvl1pPr>
          </a:lstStyle>
          <a:p>
            <a:fld id="{69E57DC2-970A-4B3E-BB1C-7A09969E49DF}" type="slidenum">
              <a:rPr lang="en-US" dirty="0"/>
              <a:pPr/>
              <a:t>‹#›</a:t>
            </a:fld>
            <a:endParaRPr lang="en-US" dirty="0"/>
          </a:p>
        </p:txBody>
      </p:sp>
      <p:sp>
        <p:nvSpPr>
          <p:cNvPr id="9" name="Rectangle 8" title="Divider Bar"/>
          <p:cNvSpPr/>
          <p:nvPr/>
        </p:nvSpPr>
        <p:spPr>
          <a:xfrm>
            <a:off x="5303520" y="376"/>
            <a:ext cx="228600"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a:xfrm>
            <a:off x="1371600" y="2295525"/>
            <a:ext cx="9601200" cy="357187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7DE6118-2437-4B30-8E3C-4D2BE6020583}" type="datetimeFigureOut">
              <a:rPr lang="en-US" dirty="0"/>
              <a:t>11/20/2024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9E57DC2-970A-4B3E-BB1C-7A09969E49DF}" type="slidenum">
              <a:rPr lang="en-US" dirty="0"/>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596561" y="624156"/>
            <a:ext cx="1565766" cy="5243244"/>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1371600" y="624156"/>
            <a:ext cx="8179641" cy="524324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7DE6118-2437-4B30-8E3C-4D2BE6020583}" type="datetimeFigureOut">
              <a:rPr lang="en-US" dirty="0"/>
              <a:t>11/20/2024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9E57DC2-970A-4B3E-BB1C-7A09969E49DF}" type="slidenum">
              <a:rPr lang="en-US" dirty="0"/>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371600" y="685800"/>
            <a:ext cx="9601200" cy="14859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1371600" y="2286000"/>
            <a:ext cx="9601200" cy="35814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390650" y="6453386"/>
            <a:ext cx="1204572" cy="404614"/>
          </a:xfrm>
          <a:prstGeom prst="rect">
            <a:avLst/>
          </a:prstGeom>
        </p:spPr>
        <p:txBody>
          <a:bodyPr vert="horz" lIns="91440" tIns="45720" rIns="91440" bIns="45720" rtlCol="0" anchor="ctr"/>
          <a:lstStyle>
            <a:lvl1pPr algn="l">
              <a:defRPr sz="1200" baseline="0">
                <a:solidFill>
                  <a:schemeClr val="tx2"/>
                </a:solidFill>
              </a:defRPr>
            </a:lvl1pPr>
          </a:lstStyle>
          <a:p>
            <a:fld id="{87DE6118-2437-4B30-8E3C-4D2BE6020583}" type="datetimeFigureOut">
              <a:rPr lang="en-US" dirty="0"/>
              <a:pPr/>
              <a:t>11/20/2024</a:t>
            </a:fld>
            <a:endParaRPr lang="en-US" dirty="0"/>
          </a:p>
        </p:txBody>
      </p:sp>
      <p:sp>
        <p:nvSpPr>
          <p:cNvPr id="5" name="Footer Placeholder 4"/>
          <p:cNvSpPr>
            <a:spLocks noGrp="1"/>
          </p:cNvSpPr>
          <p:nvPr>
            <p:ph type="ftr" sz="quarter" idx="3"/>
          </p:nvPr>
        </p:nvSpPr>
        <p:spPr>
          <a:xfrm>
            <a:off x="2893564" y="6453386"/>
            <a:ext cx="6280830" cy="404614"/>
          </a:xfrm>
          <a:prstGeom prst="rect">
            <a:avLst/>
          </a:prstGeom>
        </p:spPr>
        <p:txBody>
          <a:bodyPr vert="horz" lIns="91440" tIns="45720" rIns="91440" bIns="45720" rtlCol="0" anchor="ctr"/>
          <a:lstStyle>
            <a:lvl1pPr algn="l">
              <a:defRPr sz="1200" baseline="0">
                <a:solidFill>
                  <a:schemeClr val="tx2"/>
                </a:solidFill>
              </a:defRPr>
            </a:lvl1pPr>
          </a:lstStyle>
          <a:p>
            <a:endParaRPr lang="en-US" dirty="0"/>
          </a:p>
        </p:txBody>
      </p:sp>
      <p:sp>
        <p:nvSpPr>
          <p:cNvPr id="6" name="Slide Number Placeholder 5"/>
          <p:cNvSpPr>
            <a:spLocks noGrp="1"/>
          </p:cNvSpPr>
          <p:nvPr>
            <p:ph type="sldNum" sz="quarter" idx="4"/>
          </p:nvPr>
        </p:nvSpPr>
        <p:spPr>
          <a:xfrm>
            <a:off x="9472736" y="6453386"/>
            <a:ext cx="1596292" cy="404614"/>
          </a:xfrm>
          <a:prstGeom prst="rect">
            <a:avLst/>
          </a:prstGeom>
        </p:spPr>
        <p:txBody>
          <a:bodyPr vert="horz" lIns="91440" tIns="45720" rIns="91440" bIns="45720" rtlCol="0" anchor="ctr"/>
          <a:lstStyle>
            <a:lvl1pPr algn="r">
              <a:defRPr sz="1200" baseline="0">
                <a:solidFill>
                  <a:schemeClr val="tx2"/>
                </a:solidFill>
              </a:defRPr>
            </a:lvl1pPr>
          </a:lstStyle>
          <a:p>
            <a:fld id="{69E57DC2-970A-4B3E-BB1C-7A09969E49DF}" type="slidenum">
              <a:rPr lang="en-US" dirty="0"/>
              <a:pPr/>
              <a:t>‹#›</a:t>
            </a:fld>
            <a:endParaRPr lang="en-US" dirty="0"/>
          </a:p>
        </p:txBody>
      </p:sp>
      <p:sp>
        <p:nvSpPr>
          <p:cNvPr id="9" name="Rectangle 8" title="Side bar"/>
          <p:cNvSpPr/>
          <p:nvPr/>
        </p:nvSpPr>
        <p:spPr>
          <a:xfrm>
            <a:off x="478095" y="376"/>
            <a:ext cx="228600"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89000"/>
        </a:lnSpc>
        <a:spcBef>
          <a:spcPct val="0"/>
        </a:spcBef>
        <a:buNone/>
        <a:defRPr sz="4400" kern="1200" baseline="0">
          <a:solidFill>
            <a:schemeClr val="tx2"/>
          </a:solidFill>
          <a:latin typeface="+mj-lt"/>
          <a:ea typeface="+mj-ea"/>
          <a:cs typeface="+mj-cs"/>
        </a:defRPr>
      </a:lvl1pPr>
    </p:titleStyle>
    <p:bodyStyle>
      <a:lvl1pPr marL="384048" indent="-384048" algn="l" defTabSz="914400" rtl="0" eaLnBrk="1" latinLnBrk="0" hangingPunct="1">
        <a:lnSpc>
          <a:spcPct val="94000"/>
        </a:lnSpc>
        <a:spcBef>
          <a:spcPts val="1000"/>
        </a:spcBef>
        <a:spcAft>
          <a:spcPts val="200"/>
        </a:spcAft>
        <a:buFont typeface="Franklin Gothic Book" panose="020B0503020102020204" pitchFamily="34" charset="0"/>
        <a:buChar char="■"/>
        <a:defRPr sz="2000" kern="1200" baseline="0">
          <a:solidFill>
            <a:schemeClr val="tx2"/>
          </a:solidFill>
          <a:latin typeface="+mn-lt"/>
          <a:ea typeface="+mn-ea"/>
          <a:cs typeface="+mn-cs"/>
        </a:defRPr>
      </a:lvl1pPr>
      <a:lvl2pPr marL="9144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2000" i="1" kern="1200" baseline="0">
          <a:solidFill>
            <a:schemeClr val="tx2"/>
          </a:solidFill>
          <a:latin typeface="+mn-lt"/>
          <a:ea typeface="+mn-ea"/>
          <a:cs typeface="+mn-cs"/>
        </a:defRPr>
      </a:lvl2pPr>
      <a:lvl3pPr marL="13716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800" kern="1200" baseline="0">
          <a:solidFill>
            <a:schemeClr val="tx2"/>
          </a:solidFill>
          <a:latin typeface="+mn-lt"/>
          <a:ea typeface="+mn-ea"/>
          <a:cs typeface="+mn-cs"/>
        </a:defRPr>
      </a:lvl3pPr>
      <a:lvl4pPr marL="18288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800" i="1" kern="1200" baseline="0">
          <a:solidFill>
            <a:schemeClr val="tx2"/>
          </a:solidFill>
          <a:latin typeface="+mn-lt"/>
          <a:ea typeface="+mn-ea"/>
          <a:cs typeface="+mn-cs"/>
        </a:defRPr>
      </a:lvl4pPr>
      <a:lvl5pPr marL="22860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600" kern="1200" baseline="0">
          <a:solidFill>
            <a:schemeClr val="tx2"/>
          </a:solidFill>
          <a:latin typeface="+mn-lt"/>
          <a:ea typeface="+mn-ea"/>
          <a:cs typeface="+mn-cs"/>
        </a:defRPr>
      </a:lvl5pPr>
      <a:lvl6pPr marL="27432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600" i="1" kern="1200" baseline="0">
          <a:solidFill>
            <a:schemeClr val="tx2"/>
          </a:solidFill>
          <a:latin typeface="+mn-lt"/>
          <a:ea typeface="+mn-ea"/>
          <a:cs typeface="+mn-cs"/>
        </a:defRPr>
      </a:lvl6pPr>
      <a:lvl7pPr marL="32004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400" kern="1200" baseline="0">
          <a:solidFill>
            <a:schemeClr val="tx2"/>
          </a:solidFill>
          <a:latin typeface="+mn-lt"/>
          <a:ea typeface="+mn-ea"/>
          <a:cs typeface="+mn-cs"/>
        </a:defRPr>
      </a:lvl7pPr>
      <a:lvl8pPr marL="36576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400" i="1" kern="1200" baseline="0">
          <a:solidFill>
            <a:schemeClr val="tx2"/>
          </a:solidFill>
          <a:latin typeface="+mn-lt"/>
          <a:ea typeface="+mn-ea"/>
          <a:cs typeface="+mn-cs"/>
        </a:defRPr>
      </a:lvl8pPr>
      <a:lvl9pPr marL="41148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400" kern="1200" baseline="0">
          <a:solidFill>
            <a:schemeClr val="tx2"/>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3" orient="horz" pos="1368">
          <p15:clr>
            <a:srgbClr val="F26B43"/>
          </p15:clr>
        </p15:guide>
        <p15:guide id="4" orient="horz" pos="1440">
          <p15:clr>
            <a:srgbClr val="F26B43"/>
          </p15:clr>
        </p15:guide>
        <p15:guide id="6" orient="horz" pos="3696">
          <p15:clr>
            <a:srgbClr val="F26B43"/>
          </p15:clr>
        </p15:guide>
        <p15:guide id="7" orient="horz" pos="432">
          <p15:clr>
            <a:srgbClr val="F26B43"/>
          </p15:clr>
        </p15:guide>
        <p15:guide id="8" orient="horz" pos="1512">
          <p15:clr>
            <a:srgbClr val="F26B43"/>
          </p15:clr>
        </p15:guide>
        <p15:guide id="9" pos="6912">
          <p15:clr>
            <a:srgbClr val="F26B43"/>
          </p15:clr>
        </p15:guide>
        <p15:guide id="10" pos="936">
          <p15:clr>
            <a:srgbClr val="F26B43"/>
          </p15:clr>
        </p15:guide>
        <p15:guide id="11" pos="864">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1316C2-E7B1-6814-A7F7-DDF9D832D9B2}"/>
              </a:ext>
            </a:extLst>
          </p:cNvPr>
          <p:cNvSpPr>
            <a:spLocks noGrp="1"/>
          </p:cNvSpPr>
          <p:nvPr>
            <p:ph type="ctrTitle"/>
          </p:nvPr>
        </p:nvSpPr>
        <p:spPr/>
        <p:txBody>
          <a:bodyPr/>
          <a:lstStyle/>
          <a:p>
            <a:r>
              <a:rPr lang="en-IN" dirty="0"/>
              <a:t>Internship Presentation</a:t>
            </a:r>
            <a:endParaRPr lang="en-US" dirty="0"/>
          </a:p>
        </p:txBody>
      </p:sp>
      <p:sp>
        <p:nvSpPr>
          <p:cNvPr id="3" name="Subtitle 2">
            <a:extLst>
              <a:ext uri="{FF2B5EF4-FFF2-40B4-BE49-F238E27FC236}">
                <a16:creationId xmlns:a16="http://schemas.microsoft.com/office/drawing/2014/main" id="{CDCDC8CD-FA64-BEA2-823E-1BAB23CF0FFA}"/>
              </a:ext>
            </a:extLst>
          </p:cNvPr>
          <p:cNvSpPr>
            <a:spLocks noGrp="1"/>
          </p:cNvSpPr>
          <p:nvPr>
            <p:ph type="subTitle" idx="1"/>
          </p:nvPr>
        </p:nvSpPr>
        <p:spPr/>
        <p:txBody>
          <a:bodyPr/>
          <a:lstStyle/>
          <a:p>
            <a:endParaRPr lang="en-US"/>
          </a:p>
        </p:txBody>
      </p:sp>
    </p:spTree>
    <p:extLst>
      <p:ext uri="{BB962C8B-B14F-4D97-AF65-F5344CB8AC3E}">
        <p14:creationId xmlns:p14="http://schemas.microsoft.com/office/powerpoint/2010/main" val="13253466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C27085-35F2-752A-52AC-A3716FDBEC09}"/>
              </a:ext>
            </a:extLst>
          </p:cNvPr>
          <p:cNvSpPr>
            <a:spLocks noGrp="1"/>
          </p:cNvSpPr>
          <p:nvPr>
            <p:ph type="title"/>
          </p:nvPr>
        </p:nvSpPr>
        <p:spPr>
          <a:xfrm>
            <a:off x="929798" y="256608"/>
            <a:ext cx="9601200" cy="1485900"/>
          </a:xfrm>
        </p:spPr>
        <p:txBody>
          <a:bodyPr/>
          <a:lstStyle/>
          <a:p>
            <a:r>
              <a:rPr lang="en-IN" dirty="0"/>
              <a:t>INTRODUCTION TO THE COMPANY</a:t>
            </a:r>
            <a:endParaRPr lang="en-US" dirty="0"/>
          </a:p>
        </p:txBody>
      </p:sp>
      <p:pic>
        <p:nvPicPr>
          <p:cNvPr id="4" name="Content Placeholder 3">
            <a:extLst>
              <a:ext uri="{FF2B5EF4-FFF2-40B4-BE49-F238E27FC236}">
                <a16:creationId xmlns:a16="http://schemas.microsoft.com/office/drawing/2014/main" id="{8325869A-7343-D19C-3845-A6100A4988A3}"/>
              </a:ext>
            </a:extLst>
          </p:cNvPr>
          <p:cNvPicPr>
            <a:picLocks noGrp="1" noChangeAspect="1"/>
          </p:cNvPicPr>
          <p:nvPr>
            <p:ph idx="1"/>
          </p:nvPr>
        </p:nvPicPr>
        <p:blipFill>
          <a:blip r:embed="rId2"/>
          <a:stretch>
            <a:fillRect/>
          </a:stretch>
        </p:blipFill>
        <p:spPr>
          <a:xfrm>
            <a:off x="892903" y="1428750"/>
            <a:ext cx="9979696" cy="2760206"/>
          </a:xfrm>
        </p:spPr>
      </p:pic>
      <p:sp>
        <p:nvSpPr>
          <p:cNvPr id="5" name="TextBox 4">
            <a:extLst>
              <a:ext uri="{FF2B5EF4-FFF2-40B4-BE49-F238E27FC236}">
                <a16:creationId xmlns:a16="http://schemas.microsoft.com/office/drawing/2014/main" id="{5924B69C-7FE6-C565-7264-0D5063563AD6}"/>
              </a:ext>
            </a:extLst>
          </p:cNvPr>
          <p:cNvSpPr txBox="1"/>
          <p:nvPr/>
        </p:nvSpPr>
        <p:spPr>
          <a:xfrm>
            <a:off x="5179078" y="2513539"/>
            <a:ext cx="1828800" cy="1828800"/>
          </a:xfrm>
          <a:prstGeom prst="rect">
            <a:avLst/>
          </a:prstGeom>
          <a:noFill/>
        </p:spPr>
        <p:txBody>
          <a:bodyPr wrap="square" rtlCol="0">
            <a:spAutoFit/>
          </a:bodyPr>
          <a:lstStyle/>
          <a:p>
            <a:pPr algn="l"/>
            <a:endParaRPr lang="en-US" dirty="0"/>
          </a:p>
        </p:txBody>
      </p:sp>
      <p:sp>
        <p:nvSpPr>
          <p:cNvPr id="8" name="TextBox 7">
            <a:extLst>
              <a:ext uri="{FF2B5EF4-FFF2-40B4-BE49-F238E27FC236}">
                <a16:creationId xmlns:a16="http://schemas.microsoft.com/office/drawing/2014/main" id="{4CE8F139-11ED-F4D0-584D-235AFEFC1E2C}"/>
              </a:ext>
            </a:extLst>
          </p:cNvPr>
          <p:cNvSpPr txBox="1"/>
          <p:nvPr/>
        </p:nvSpPr>
        <p:spPr>
          <a:xfrm>
            <a:off x="929798" y="4760933"/>
            <a:ext cx="10428240" cy="1200329"/>
          </a:xfrm>
          <a:prstGeom prst="rect">
            <a:avLst/>
          </a:prstGeom>
          <a:noFill/>
        </p:spPr>
        <p:txBody>
          <a:bodyPr wrap="square" rtlCol="0">
            <a:spAutoFit/>
          </a:bodyPr>
          <a:lstStyle/>
          <a:p>
            <a:pPr algn="l"/>
            <a:r>
              <a:rPr lang="en-IN" dirty="0"/>
              <a:t>KG-MECH Contracting Over the years, KG MECH Electro -Mechanical </a:t>
            </a:r>
            <a:r>
              <a:rPr lang="en-IN" dirty="0" err="1"/>
              <a:t>Pvt.</a:t>
            </a:r>
            <a:r>
              <a:rPr lang="en-IN" dirty="0"/>
              <a:t> Ltd has actively involved in MEP Engineering Services&amp; Solutions for major projects in the Gulf. Since its inception, KG-MECH has grown considerably to become a leading solution provider in all aspects of Electro Mechanical Engineering.         </a:t>
            </a:r>
          </a:p>
          <a:p>
            <a:pPr algn="l"/>
            <a:endParaRPr lang="en-US" dirty="0"/>
          </a:p>
        </p:txBody>
      </p:sp>
    </p:spTree>
    <p:extLst>
      <p:ext uri="{BB962C8B-B14F-4D97-AF65-F5344CB8AC3E}">
        <p14:creationId xmlns:p14="http://schemas.microsoft.com/office/powerpoint/2010/main" val="55001019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E9A13D-F371-7FA4-8B9C-4E4580809C5A}"/>
              </a:ext>
            </a:extLst>
          </p:cNvPr>
          <p:cNvSpPr>
            <a:spLocks noGrp="1"/>
          </p:cNvSpPr>
          <p:nvPr>
            <p:ph type="title"/>
          </p:nvPr>
        </p:nvSpPr>
        <p:spPr>
          <a:xfrm>
            <a:off x="868438" y="371769"/>
            <a:ext cx="9601200" cy="1485900"/>
          </a:xfrm>
        </p:spPr>
        <p:txBody>
          <a:bodyPr/>
          <a:lstStyle/>
          <a:p>
            <a:r>
              <a:rPr lang="en-IN" dirty="0"/>
              <a:t>OVERVIEW AND  VISION &amp; MISSION</a:t>
            </a:r>
            <a:endParaRPr lang="en-US" dirty="0"/>
          </a:p>
        </p:txBody>
      </p:sp>
      <p:sp>
        <p:nvSpPr>
          <p:cNvPr id="3" name="Content Placeholder 2">
            <a:extLst>
              <a:ext uri="{FF2B5EF4-FFF2-40B4-BE49-F238E27FC236}">
                <a16:creationId xmlns:a16="http://schemas.microsoft.com/office/drawing/2014/main" id="{AA3E2DCF-C54F-D015-ACE4-6A400EE9BDE3}"/>
              </a:ext>
            </a:extLst>
          </p:cNvPr>
          <p:cNvSpPr>
            <a:spLocks noGrp="1"/>
          </p:cNvSpPr>
          <p:nvPr>
            <p:ph idx="1"/>
          </p:nvPr>
        </p:nvSpPr>
        <p:spPr>
          <a:xfrm>
            <a:off x="1087361" y="1257906"/>
            <a:ext cx="9601200" cy="5043714"/>
          </a:xfrm>
        </p:spPr>
        <p:txBody>
          <a:bodyPr/>
          <a:lstStyle/>
          <a:p>
            <a:pPr marL="0" indent="0">
              <a:buNone/>
            </a:pPr>
            <a:r>
              <a:rPr lang="en-IN" dirty="0"/>
              <a:t>Overview : KG </a:t>
            </a:r>
            <a:r>
              <a:rPr lang="en-IN" dirty="0" err="1"/>
              <a:t>Mech</a:t>
            </a:r>
            <a:r>
              <a:rPr lang="en-IN" dirty="0"/>
              <a:t> Electro-Mechanical </a:t>
            </a:r>
            <a:r>
              <a:rPr lang="en-IN" dirty="0" err="1"/>
              <a:t>pvt.</a:t>
            </a:r>
            <a:r>
              <a:rPr lang="en-IN" dirty="0"/>
              <a:t> Ltd. Is a leading provider of electro-mechanical serviced, specializing in HVAC (heating, ventilation and air conditioning), electrical, plumbing and fire protection system. With a strong commitment to quality, safety and customer satisfaction, KG </a:t>
            </a:r>
            <a:r>
              <a:rPr lang="en-IN" dirty="0" err="1"/>
              <a:t>Mech</a:t>
            </a:r>
            <a:r>
              <a:rPr lang="en-IN" dirty="0"/>
              <a:t> has established itself as a trusted partner for various industries, including commercial, industrial and residential sectors.</a:t>
            </a:r>
          </a:p>
          <a:p>
            <a:pPr marL="0" indent="0">
              <a:buNone/>
            </a:pPr>
            <a:endParaRPr lang="en-IN" dirty="0"/>
          </a:p>
          <a:p>
            <a:pPr marL="0" indent="0">
              <a:buNone/>
            </a:pPr>
            <a:r>
              <a:rPr lang="en-IN" dirty="0"/>
              <a:t>VISION </a:t>
            </a:r>
          </a:p>
          <a:p>
            <a:pPr marL="0" indent="0">
              <a:buNone/>
            </a:pPr>
            <a:r>
              <a:rPr lang="en-IN" dirty="0"/>
              <a:t>  To Provide Practical &amp; Industry Oriented Real Time Training, as a leading corporate training provider in Construction Industry Sector. </a:t>
            </a:r>
            <a:endParaRPr lang="en-US" dirty="0"/>
          </a:p>
        </p:txBody>
      </p:sp>
      <p:sp>
        <p:nvSpPr>
          <p:cNvPr id="5" name="TextBox 4">
            <a:extLst>
              <a:ext uri="{FF2B5EF4-FFF2-40B4-BE49-F238E27FC236}">
                <a16:creationId xmlns:a16="http://schemas.microsoft.com/office/drawing/2014/main" id="{7CB36D90-DAD5-55EB-40BC-84715839F752}"/>
              </a:ext>
            </a:extLst>
          </p:cNvPr>
          <p:cNvSpPr txBox="1"/>
          <p:nvPr/>
        </p:nvSpPr>
        <p:spPr>
          <a:xfrm>
            <a:off x="1087361" y="4527244"/>
            <a:ext cx="2783115" cy="369332"/>
          </a:xfrm>
          <a:prstGeom prst="rect">
            <a:avLst/>
          </a:prstGeom>
          <a:noFill/>
        </p:spPr>
        <p:txBody>
          <a:bodyPr wrap="square" rtlCol="0">
            <a:spAutoFit/>
          </a:bodyPr>
          <a:lstStyle/>
          <a:p>
            <a:pPr algn="l"/>
            <a:r>
              <a:rPr lang="en-IN" dirty="0"/>
              <a:t>Mission:</a:t>
            </a:r>
            <a:endParaRPr lang="en-US" dirty="0"/>
          </a:p>
        </p:txBody>
      </p:sp>
      <p:sp>
        <p:nvSpPr>
          <p:cNvPr id="6" name="TextBox 5">
            <a:extLst>
              <a:ext uri="{FF2B5EF4-FFF2-40B4-BE49-F238E27FC236}">
                <a16:creationId xmlns:a16="http://schemas.microsoft.com/office/drawing/2014/main" id="{5721B056-A935-CE47-8429-AE1F715A37F6}"/>
              </a:ext>
            </a:extLst>
          </p:cNvPr>
          <p:cNvSpPr txBox="1"/>
          <p:nvPr/>
        </p:nvSpPr>
        <p:spPr>
          <a:xfrm>
            <a:off x="1087361" y="5136382"/>
            <a:ext cx="9601200" cy="646331"/>
          </a:xfrm>
          <a:prstGeom prst="rect">
            <a:avLst/>
          </a:prstGeom>
          <a:noFill/>
        </p:spPr>
        <p:txBody>
          <a:bodyPr wrap="square" rtlCol="0">
            <a:spAutoFit/>
          </a:bodyPr>
          <a:lstStyle/>
          <a:p>
            <a:pPr algn="l"/>
            <a:r>
              <a:rPr lang="en-IN" dirty="0"/>
              <a:t>To deliver exceptional electro-mechanical solutions that exceed customer expectations, while ensuring safety, quality  and environmental sustainability.</a:t>
            </a:r>
            <a:endParaRPr lang="en-US" dirty="0"/>
          </a:p>
        </p:txBody>
      </p:sp>
    </p:spTree>
    <p:extLst>
      <p:ext uri="{BB962C8B-B14F-4D97-AF65-F5344CB8AC3E}">
        <p14:creationId xmlns:p14="http://schemas.microsoft.com/office/powerpoint/2010/main" val="335994926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AB81C2-A526-B574-A1B4-34EE8D8DF98E}"/>
              </a:ext>
            </a:extLst>
          </p:cNvPr>
          <p:cNvSpPr>
            <a:spLocks noGrp="1"/>
          </p:cNvSpPr>
          <p:nvPr>
            <p:ph type="title"/>
          </p:nvPr>
        </p:nvSpPr>
        <p:spPr/>
        <p:txBody>
          <a:bodyPr/>
          <a:lstStyle/>
          <a:p>
            <a:r>
              <a:rPr lang="en-IN" dirty="0"/>
              <a:t>Department and it’s function</a:t>
            </a:r>
            <a:endParaRPr lang="en-US" dirty="0"/>
          </a:p>
        </p:txBody>
      </p:sp>
      <p:sp>
        <p:nvSpPr>
          <p:cNvPr id="3" name="Content Placeholder 2">
            <a:extLst>
              <a:ext uri="{FF2B5EF4-FFF2-40B4-BE49-F238E27FC236}">
                <a16:creationId xmlns:a16="http://schemas.microsoft.com/office/drawing/2014/main" id="{D5A9C52F-9CEF-7FD4-0FBA-CE230FFD1F91}"/>
              </a:ext>
            </a:extLst>
          </p:cNvPr>
          <p:cNvSpPr>
            <a:spLocks noGrp="1"/>
          </p:cNvSpPr>
          <p:nvPr>
            <p:ph idx="1"/>
          </p:nvPr>
        </p:nvSpPr>
        <p:spPr/>
        <p:txBody>
          <a:bodyPr/>
          <a:lstStyle/>
          <a:p>
            <a:r>
              <a:rPr lang="en-IN" dirty="0"/>
              <a:t>Design and Planning</a:t>
            </a:r>
          </a:p>
          <a:p>
            <a:r>
              <a:rPr lang="en-IN" dirty="0"/>
              <a:t>Department and it’s function</a:t>
            </a:r>
          </a:p>
          <a:p>
            <a:r>
              <a:rPr lang="en-IN" dirty="0"/>
              <a:t>Energy management</a:t>
            </a:r>
          </a:p>
          <a:p>
            <a:endParaRPr lang="en-IN" dirty="0"/>
          </a:p>
          <a:p>
            <a:r>
              <a:rPr lang="en-IN" dirty="0"/>
              <a:t>Maintenance and Repair</a:t>
            </a:r>
          </a:p>
          <a:p>
            <a:r>
              <a:rPr lang="en-IN" dirty="0"/>
              <a:t>Quality Control and Assurance</a:t>
            </a:r>
            <a:endParaRPr lang="en-US" dirty="0"/>
          </a:p>
        </p:txBody>
      </p:sp>
      <p:pic>
        <p:nvPicPr>
          <p:cNvPr id="4" name="Picture 3">
            <a:extLst>
              <a:ext uri="{FF2B5EF4-FFF2-40B4-BE49-F238E27FC236}">
                <a16:creationId xmlns:a16="http://schemas.microsoft.com/office/drawing/2014/main" id="{7BE3FA07-C636-476D-0497-5BED09D28F6B}"/>
              </a:ext>
            </a:extLst>
          </p:cNvPr>
          <p:cNvPicPr>
            <a:picLocks noChangeAspect="1"/>
          </p:cNvPicPr>
          <p:nvPr/>
        </p:nvPicPr>
        <p:blipFill>
          <a:blip r:embed="rId2"/>
          <a:stretch>
            <a:fillRect/>
          </a:stretch>
        </p:blipFill>
        <p:spPr>
          <a:xfrm>
            <a:off x="6781074" y="1832067"/>
            <a:ext cx="3620831" cy="3620831"/>
          </a:xfrm>
          <a:prstGeom prst="rect">
            <a:avLst/>
          </a:prstGeom>
        </p:spPr>
      </p:pic>
    </p:spTree>
    <p:extLst>
      <p:ext uri="{BB962C8B-B14F-4D97-AF65-F5344CB8AC3E}">
        <p14:creationId xmlns:p14="http://schemas.microsoft.com/office/powerpoint/2010/main" val="400452958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407520B9-0F4A-2173-071E-F10B1E3006A2}"/>
              </a:ext>
            </a:extLst>
          </p:cNvPr>
          <p:cNvSpPr>
            <a:spLocks noGrp="1"/>
          </p:cNvSpPr>
          <p:nvPr>
            <p:ph idx="1"/>
          </p:nvPr>
        </p:nvSpPr>
        <p:spPr>
          <a:xfrm>
            <a:off x="1295400" y="568476"/>
            <a:ext cx="6191552" cy="5298924"/>
          </a:xfrm>
        </p:spPr>
        <p:txBody>
          <a:bodyPr/>
          <a:lstStyle/>
          <a:p>
            <a:r>
              <a:rPr lang="en-IN" dirty="0"/>
              <a:t>Services:
HVAC design, installation, and maintenance
Electrical services, including power distribution, lighting, and control systems
Plumbing services, including water supply, drainage, and gas piping
Fire protection systems, including design, installation, and maintenance
Project management and consultancy services</a:t>
            </a:r>
            <a:endParaRPr lang="en-US" dirty="0"/>
          </a:p>
        </p:txBody>
      </p:sp>
      <p:pic>
        <p:nvPicPr>
          <p:cNvPr id="4" name="Picture 3">
            <a:extLst>
              <a:ext uri="{FF2B5EF4-FFF2-40B4-BE49-F238E27FC236}">
                <a16:creationId xmlns:a16="http://schemas.microsoft.com/office/drawing/2014/main" id="{7F19C0EF-5A75-E660-D242-4ED8AC1B1E72}"/>
              </a:ext>
            </a:extLst>
          </p:cNvPr>
          <p:cNvPicPr>
            <a:picLocks noChangeAspect="1"/>
          </p:cNvPicPr>
          <p:nvPr/>
        </p:nvPicPr>
        <p:blipFill>
          <a:blip r:embed="rId2"/>
          <a:stretch>
            <a:fillRect/>
          </a:stretch>
        </p:blipFill>
        <p:spPr>
          <a:xfrm>
            <a:off x="7594600" y="990600"/>
            <a:ext cx="3968448" cy="3826633"/>
          </a:xfrm>
          <a:prstGeom prst="rect">
            <a:avLst/>
          </a:prstGeom>
        </p:spPr>
      </p:pic>
    </p:spTree>
    <p:extLst>
      <p:ext uri="{BB962C8B-B14F-4D97-AF65-F5344CB8AC3E}">
        <p14:creationId xmlns:p14="http://schemas.microsoft.com/office/powerpoint/2010/main" val="367981634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E030F4-6200-7B0B-8403-10270458DE74}"/>
              </a:ext>
            </a:extLst>
          </p:cNvPr>
          <p:cNvSpPr>
            <a:spLocks noGrp="1"/>
          </p:cNvSpPr>
          <p:nvPr>
            <p:ph type="title"/>
          </p:nvPr>
        </p:nvSpPr>
        <p:spPr/>
        <p:txBody>
          <a:bodyPr/>
          <a:lstStyle/>
          <a:p>
            <a:r>
              <a:rPr lang="en-IN" dirty="0"/>
              <a:t>SKILLS/KNOWLEDGE ACQUIRED</a:t>
            </a:r>
            <a:endParaRPr lang="en-US" dirty="0"/>
          </a:p>
        </p:txBody>
      </p:sp>
      <p:sp>
        <p:nvSpPr>
          <p:cNvPr id="3" name="Content Placeholder 2">
            <a:extLst>
              <a:ext uri="{FF2B5EF4-FFF2-40B4-BE49-F238E27FC236}">
                <a16:creationId xmlns:a16="http://schemas.microsoft.com/office/drawing/2014/main" id="{24DBC626-6127-2C5D-F1C1-1BE0AD8CD5EC}"/>
              </a:ext>
            </a:extLst>
          </p:cNvPr>
          <p:cNvSpPr>
            <a:spLocks noGrp="1"/>
          </p:cNvSpPr>
          <p:nvPr>
            <p:ph idx="1"/>
          </p:nvPr>
        </p:nvSpPr>
        <p:spPr>
          <a:xfrm>
            <a:off x="1371600" y="2286000"/>
            <a:ext cx="6623352" cy="3581400"/>
          </a:xfrm>
        </p:spPr>
        <p:txBody>
          <a:bodyPr>
            <a:normAutofit/>
          </a:bodyPr>
          <a:lstStyle/>
          <a:p>
            <a:pPr marL="0" indent="0">
              <a:buNone/>
            </a:pPr>
            <a:endParaRPr lang="en-IN" dirty="0"/>
          </a:p>
          <a:p>
            <a:endParaRPr lang="en-IN" dirty="0"/>
          </a:p>
          <a:p>
            <a:r>
              <a:rPr lang="en-IN" dirty="0"/>
              <a:t>HVAC system Design mechanical engineering project management energy efficient maintenance and  </a:t>
            </a:r>
            <a:r>
              <a:rPr lang="en-IN" dirty="0" err="1"/>
              <a:t>troubleshootin</a:t>
            </a:r>
            <a:endParaRPr lang="en-IN" dirty="0"/>
          </a:p>
          <a:p>
            <a:r>
              <a:rPr lang="en-IN" dirty="0"/>
              <a:t>Regulating Compliance</a:t>
            </a:r>
          </a:p>
          <a:p>
            <a:r>
              <a:rPr lang="en-IN" dirty="0"/>
              <a:t>Customer services</a:t>
            </a:r>
          </a:p>
          <a:p>
            <a:r>
              <a:rPr lang="en-IN" dirty="0"/>
              <a:t>Safety Practices</a:t>
            </a:r>
          </a:p>
          <a:p>
            <a:endParaRPr lang="en-IN" dirty="0"/>
          </a:p>
          <a:p>
            <a:endParaRPr lang="en-IN" dirty="0"/>
          </a:p>
          <a:p>
            <a:endParaRPr lang="en-US" dirty="0"/>
          </a:p>
        </p:txBody>
      </p:sp>
      <p:pic>
        <p:nvPicPr>
          <p:cNvPr id="4" name="Picture 3">
            <a:extLst>
              <a:ext uri="{FF2B5EF4-FFF2-40B4-BE49-F238E27FC236}">
                <a16:creationId xmlns:a16="http://schemas.microsoft.com/office/drawing/2014/main" id="{C2D3BD79-F51C-1E85-C06C-63035365FEF1}"/>
              </a:ext>
            </a:extLst>
          </p:cNvPr>
          <p:cNvPicPr>
            <a:picLocks noChangeAspect="1"/>
          </p:cNvPicPr>
          <p:nvPr/>
        </p:nvPicPr>
        <p:blipFill>
          <a:blip r:embed="rId2"/>
          <a:stretch>
            <a:fillRect/>
          </a:stretch>
        </p:blipFill>
        <p:spPr>
          <a:xfrm>
            <a:off x="8333618" y="3205238"/>
            <a:ext cx="3168953" cy="3301351"/>
          </a:xfrm>
          <a:prstGeom prst="rect">
            <a:avLst/>
          </a:prstGeom>
        </p:spPr>
      </p:pic>
    </p:spTree>
    <p:extLst>
      <p:ext uri="{BB962C8B-B14F-4D97-AF65-F5344CB8AC3E}">
        <p14:creationId xmlns:p14="http://schemas.microsoft.com/office/powerpoint/2010/main" val="83430506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9DAF2D-8B35-1BAB-D312-F1A21D990D72}"/>
              </a:ext>
            </a:extLst>
          </p:cNvPr>
          <p:cNvSpPr>
            <a:spLocks noGrp="1"/>
          </p:cNvSpPr>
          <p:nvPr>
            <p:ph type="title"/>
          </p:nvPr>
        </p:nvSpPr>
        <p:spPr/>
        <p:txBody>
          <a:bodyPr/>
          <a:lstStyle/>
          <a:p>
            <a:r>
              <a:rPr lang="en-IN" dirty="0"/>
              <a:t>SCOPE &amp; FUTURES OF HVAC SYSTEMS</a:t>
            </a:r>
            <a:endParaRPr lang="en-US" dirty="0"/>
          </a:p>
        </p:txBody>
      </p:sp>
      <p:sp>
        <p:nvSpPr>
          <p:cNvPr id="3" name="Content Placeholder 2">
            <a:extLst>
              <a:ext uri="{FF2B5EF4-FFF2-40B4-BE49-F238E27FC236}">
                <a16:creationId xmlns:a16="http://schemas.microsoft.com/office/drawing/2014/main" id="{DF9DB3C6-098F-E98E-3241-CA6DFEB03671}"/>
              </a:ext>
            </a:extLst>
          </p:cNvPr>
          <p:cNvSpPr>
            <a:spLocks noGrp="1"/>
          </p:cNvSpPr>
          <p:nvPr>
            <p:ph idx="1"/>
          </p:nvPr>
        </p:nvSpPr>
        <p:spPr/>
        <p:txBody>
          <a:bodyPr/>
          <a:lstStyle/>
          <a:p>
            <a:pPr marL="0" indent="0">
              <a:buNone/>
            </a:pPr>
            <a:r>
              <a:rPr lang="en-IN" dirty="0"/>
              <a:t>Scope:</a:t>
            </a:r>
          </a:p>
          <a:p>
            <a:pPr marL="0" indent="0">
              <a:buNone/>
            </a:pPr>
            <a:r>
              <a:rPr lang="en-IN" dirty="0"/>
              <a:t>1 . Commercial and Industrial Building</a:t>
            </a:r>
          </a:p>
          <a:p>
            <a:pPr marL="0" indent="0">
              <a:buNone/>
            </a:pPr>
            <a:r>
              <a:rPr lang="en-IN" dirty="0"/>
              <a:t> 2. Industrial Processes</a:t>
            </a:r>
          </a:p>
          <a:p>
            <a:pPr marL="0" indent="0">
              <a:buNone/>
            </a:pPr>
            <a:r>
              <a:rPr lang="en-IN" dirty="0"/>
              <a:t> 3. Residential Projects</a:t>
            </a:r>
          </a:p>
          <a:p>
            <a:pPr marL="0" indent="0">
              <a:buNone/>
            </a:pPr>
            <a:r>
              <a:rPr lang="en-IN" dirty="0"/>
              <a:t> 4. Institutional Buildings</a:t>
            </a:r>
            <a:endParaRPr lang="en-US" dirty="0"/>
          </a:p>
        </p:txBody>
      </p:sp>
      <p:sp>
        <p:nvSpPr>
          <p:cNvPr id="4" name="TextBox 3">
            <a:extLst>
              <a:ext uri="{FF2B5EF4-FFF2-40B4-BE49-F238E27FC236}">
                <a16:creationId xmlns:a16="http://schemas.microsoft.com/office/drawing/2014/main" id="{C1295780-4580-3D1F-1855-2B7B5F2E15BD}"/>
              </a:ext>
            </a:extLst>
          </p:cNvPr>
          <p:cNvSpPr txBox="1"/>
          <p:nvPr/>
        </p:nvSpPr>
        <p:spPr>
          <a:xfrm>
            <a:off x="6543522" y="2388898"/>
            <a:ext cx="4100288" cy="1754326"/>
          </a:xfrm>
          <a:prstGeom prst="rect">
            <a:avLst/>
          </a:prstGeom>
          <a:noFill/>
        </p:spPr>
        <p:txBody>
          <a:bodyPr wrap="square" rtlCol="0">
            <a:spAutoFit/>
          </a:bodyPr>
          <a:lstStyle/>
          <a:p>
            <a:pPr algn="l"/>
            <a:r>
              <a:rPr lang="en-IN" dirty="0"/>
              <a:t>Futures:</a:t>
            </a:r>
          </a:p>
          <a:p>
            <a:pPr algn="l"/>
            <a:endParaRPr lang="en-IN" dirty="0"/>
          </a:p>
          <a:p>
            <a:pPr marL="342900" indent="-342900" algn="l">
              <a:buAutoNum type="arabicPeriod"/>
            </a:pPr>
            <a:r>
              <a:rPr lang="en-IN" dirty="0"/>
              <a:t>Sustainability and Energy Efficiency</a:t>
            </a:r>
          </a:p>
          <a:p>
            <a:pPr marL="342900" indent="-342900" algn="l">
              <a:buAutoNum type="arabicPeriod"/>
            </a:pPr>
            <a:r>
              <a:rPr lang="en-IN" dirty="0"/>
              <a:t>Smart HVAC Systems</a:t>
            </a:r>
          </a:p>
          <a:p>
            <a:pPr marL="342900" indent="-342900" algn="l">
              <a:buAutoNum type="arabicPeriod"/>
            </a:pPr>
            <a:r>
              <a:rPr lang="en-IN" dirty="0"/>
              <a:t>Indoor Air Quality (IAQ)</a:t>
            </a:r>
          </a:p>
          <a:p>
            <a:pPr marL="342900" indent="-342900" algn="l">
              <a:buAutoNum type="arabicPeriod"/>
            </a:pPr>
            <a:r>
              <a:rPr lang="en-IN" dirty="0"/>
              <a:t>Modular and Prefabricated HVAC</a:t>
            </a:r>
            <a:endParaRPr lang="en-US" dirty="0"/>
          </a:p>
        </p:txBody>
      </p:sp>
    </p:spTree>
    <p:extLst>
      <p:ext uri="{BB962C8B-B14F-4D97-AF65-F5344CB8AC3E}">
        <p14:creationId xmlns:p14="http://schemas.microsoft.com/office/powerpoint/2010/main" val="26247701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9659B2-CEBC-BC44-4FCA-4F11081F668F}"/>
              </a:ext>
            </a:extLst>
          </p:cNvPr>
          <p:cNvSpPr>
            <a:spLocks noGrp="1"/>
          </p:cNvSpPr>
          <p:nvPr>
            <p:ph type="title"/>
          </p:nvPr>
        </p:nvSpPr>
        <p:spPr/>
        <p:txBody>
          <a:bodyPr/>
          <a:lstStyle/>
          <a:p>
            <a:r>
              <a:rPr lang="en-IN" dirty="0"/>
              <a:t>Conclusion </a:t>
            </a:r>
            <a:endParaRPr lang="en-US" dirty="0"/>
          </a:p>
        </p:txBody>
      </p:sp>
      <p:sp>
        <p:nvSpPr>
          <p:cNvPr id="3" name="Content Placeholder 2">
            <a:extLst>
              <a:ext uri="{FF2B5EF4-FFF2-40B4-BE49-F238E27FC236}">
                <a16:creationId xmlns:a16="http://schemas.microsoft.com/office/drawing/2014/main" id="{6B858FDD-7DCF-C1ED-8659-9EC99A76F3AC}"/>
              </a:ext>
            </a:extLst>
          </p:cNvPr>
          <p:cNvSpPr>
            <a:spLocks noGrp="1"/>
          </p:cNvSpPr>
          <p:nvPr>
            <p:ph idx="1"/>
          </p:nvPr>
        </p:nvSpPr>
        <p:spPr>
          <a:xfrm>
            <a:off x="1219200" y="1627114"/>
            <a:ext cx="9170610" cy="4545086"/>
          </a:xfrm>
        </p:spPr>
        <p:txBody>
          <a:bodyPr>
            <a:normAutofit fontScale="92500" lnSpcReduction="10000"/>
          </a:bodyPr>
          <a:lstStyle/>
          <a:p>
            <a:pPr marL="0" indent="0">
              <a:buNone/>
            </a:pPr>
            <a:r>
              <a:rPr lang="en-IN" dirty="0"/>
              <a:t>Overall, my internship at KG </a:t>
            </a:r>
            <a:r>
              <a:rPr lang="en-IN" dirty="0" err="1"/>
              <a:t>Mech</a:t>
            </a:r>
            <a:r>
              <a:rPr lang="en-IN" dirty="0"/>
              <a:t> Electro Mechanical was a valuable learning experience that </a:t>
            </a:r>
          </a:p>
          <a:p>
            <a:pPr marL="0" indent="0">
              <a:buNone/>
            </a:pPr>
            <a:r>
              <a:rPr lang="en-IN" dirty="0"/>
              <a:t>
provided me with practical skills and insights into the HVAC industry. It helped me understand the </a:t>
            </a:r>
          </a:p>
          <a:p>
            <a:pPr marL="0" indent="0">
              <a:buNone/>
            </a:pPr>
            <a:r>
              <a:rPr lang="en-IN" dirty="0"/>
              <a:t>
importance of efficient system design and the impact it has on building performance and energy </a:t>
            </a:r>
          </a:p>
          <a:p>
            <a:pPr marL="0" indent="0">
              <a:buNone/>
            </a:pPr>
            <a:r>
              <a:rPr lang="en-IN" dirty="0"/>
              <a:t>
consumption. The experience has motivated me to continue developing my expertise in this field </a:t>
            </a:r>
          </a:p>
          <a:p>
            <a:pPr marL="0" indent="0">
              <a:buNone/>
            </a:pPr>
            <a:r>
              <a:rPr lang="en-IN" dirty="0"/>
              <a:t>
and contribute to the advancement of HVAC technology</a:t>
            </a:r>
            <a:endParaRPr lang="en-US" dirty="0"/>
          </a:p>
        </p:txBody>
      </p:sp>
    </p:spTree>
    <p:extLst>
      <p:ext uri="{BB962C8B-B14F-4D97-AF65-F5344CB8AC3E}">
        <p14:creationId xmlns:p14="http://schemas.microsoft.com/office/powerpoint/2010/main" val="269446992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0CE94A-8753-FCA0-C9C7-B47289BDB277}"/>
              </a:ext>
            </a:extLst>
          </p:cNvPr>
          <p:cNvSpPr>
            <a:spLocks noGrp="1"/>
          </p:cNvSpPr>
          <p:nvPr>
            <p:ph type="title"/>
          </p:nvPr>
        </p:nvSpPr>
        <p:spPr>
          <a:xfrm>
            <a:off x="2595716" y="1189702"/>
            <a:ext cx="6951407" cy="981997"/>
          </a:xfrm>
        </p:spPr>
        <p:txBody>
          <a:bodyPr/>
          <a:lstStyle/>
          <a:p>
            <a:endParaRPr lang="en-US" dirty="0"/>
          </a:p>
        </p:txBody>
      </p:sp>
      <p:pic>
        <p:nvPicPr>
          <p:cNvPr id="5" name="Content Placeholder 4">
            <a:extLst>
              <a:ext uri="{FF2B5EF4-FFF2-40B4-BE49-F238E27FC236}">
                <a16:creationId xmlns:a16="http://schemas.microsoft.com/office/drawing/2014/main" id="{1D605F71-3FA2-4DEA-CB07-D66ABA8810A0}"/>
              </a:ext>
            </a:extLst>
          </p:cNvPr>
          <p:cNvPicPr>
            <a:picLocks noGrp="1" noChangeAspect="1"/>
          </p:cNvPicPr>
          <p:nvPr>
            <p:ph idx="1"/>
          </p:nvPr>
        </p:nvPicPr>
        <p:blipFill>
          <a:blip r:embed="rId2"/>
          <a:stretch>
            <a:fillRect/>
          </a:stretch>
        </p:blipFill>
        <p:spPr>
          <a:xfrm>
            <a:off x="1873046" y="734961"/>
            <a:ext cx="8655358" cy="5181600"/>
          </a:xfrm>
        </p:spPr>
      </p:pic>
    </p:spTree>
    <p:extLst>
      <p:ext uri="{BB962C8B-B14F-4D97-AF65-F5344CB8AC3E}">
        <p14:creationId xmlns:p14="http://schemas.microsoft.com/office/powerpoint/2010/main" val="3110183879"/>
      </p:ext>
    </p:extLst>
  </p:cSld>
  <p:clrMapOvr>
    <a:masterClrMapping/>
  </p:clrMapOvr>
</p:sld>
</file>

<file path=ppt/theme/theme1.xml><?xml version="1.0" encoding="utf-8"?>
<a:theme xmlns:a="http://schemas.openxmlformats.org/drawingml/2006/main" name="Crop">
  <a:themeElements>
    <a:clrScheme name="Crop">
      <a:dk1>
        <a:sysClr val="windowText" lastClr="000000"/>
      </a:dk1>
      <a:lt1>
        <a:sysClr val="window" lastClr="FFFFFF"/>
      </a:lt1>
      <a:dk2>
        <a:srgbClr val="191B0E"/>
      </a:dk2>
      <a:lt2>
        <a:srgbClr val="EFEDE3"/>
      </a:lt2>
      <a:accent1>
        <a:srgbClr val="8C8D86"/>
      </a:accent1>
      <a:accent2>
        <a:srgbClr val="E6C069"/>
      </a:accent2>
      <a:accent3>
        <a:srgbClr val="897B61"/>
      </a:accent3>
      <a:accent4>
        <a:srgbClr val="8DAB8E"/>
      </a:accent4>
      <a:accent5>
        <a:srgbClr val="77A2BB"/>
      </a:accent5>
      <a:accent6>
        <a:srgbClr val="E28394"/>
      </a:accent6>
      <a:hlink>
        <a:srgbClr val="77A2BB"/>
      </a:hlink>
      <a:folHlink>
        <a:srgbClr val="957A99"/>
      </a:folHlink>
    </a:clrScheme>
    <a:fontScheme name="Crop">
      <a:majorFont>
        <a:latin typeface="Franklin Gothic Book" panose="020B0503020102020204"/>
        <a:ea typeface=""/>
        <a:cs typeface=""/>
        <a:font script="Jpan" typeface="メイリオ"/>
        <a:font script="Hang" typeface="돋움"/>
        <a:font script="Hans" typeface="华文楷体"/>
        <a:font script="Hant" typeface="微軟正黑體"/>
        <a:font script="Arab" typeface="Tahoma"/>
        <a:font script="Hebr" typeface="Aharoni"/>
        <a:font script="Thai" typeface="Lily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Franklin Gothic Book" panose="020B0503020102020204"/>
        <a:ea typeface=""/>
        <a:cs typeface=""/>
        <a:font script="Jpan" typeface="メイリオ"/>
        <a:font script="Hang" typeface="돋움"/>
        <a:font script="Hans" typeface="华文楷体"/>
        <a:font script="Hant" typeface="微軟正黑體"/>
        <a:font script="Arab" typeface="Tahoma"/>
        <a:font script="Hebr" typeface="Aharoni"/>
        <a:font script="Thai" typeface="Lily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Crop">
      <a:fillStyleLst>
        <a:solidFill>
          <a:schemeClr val="phClr"/>
        </a:solidFill>
        <a:gradFill rotWithShape="1">
          <a:gsLst>
            <a:gs pos="0">
              <a:schemeClr val="phClr">
                <a:tint val="67000"/>
                <a:satMod val="105000"/>
                <a:lumMod val="110000"/>
              </a:schemeClr>
            </a:gs>
            <a:gs pos="50000">
              <a:schemeClr val="phClr">
                <a:tint val="73000"/>
                <a:satMod val="103000"/>
                <a:lumMod val="105000"/>
              </a:schemeClr>
            </a:gs>
            <a:gs pos="100000">
              <a:schemeClr val="phClr">
                <a:tint val="81000"/>
                <a:satMod val="109000"/>
                <a:lumMod val="105000"/>
              </a:schemeClr>
            </a:gs>
          </a:gsLst>
          <a:lin ang="5400000" scaled="0"/>
        </a:gradFill>
        <a:gradFill rotWithShape="1">
          <a:gsLst>
            <a:gs pos="0">
              <a:schemeClr val="phClr">
                <a:tint val="94000"/>
                <a:satMod val="103000"/>
                <a:lumMod val="102000"/>
              </a:schemeClr>
            </a:gs>
            <a:gs pos="50000">
              <a:schemeClr val="phClr">
                <a:shade val="100000"/>
                <a:satMod val="110000"/>
                <a:lumMod val="100000"/>
              </a:schemeClr>
            </a:gs>
            <a:gs pos="100000">
              <a:schemeClr val="phClr">
                <a:shade val="78000"/>
                <a:satMod val="120000"/>
                <a:lumMod val="99000"/>
              </a:schemeClr>
            </a:gs>
          </a:gsLst>
          <a:lin ang="5400000" scaled="0"/>
        </a:gradFill>
      </a:fillStyleLst>
      <a:lnStyleLst>
        <a:ln w="6350" cap="flat" cmpd="sng" algn="in">
          <a:solidFill>
            <a:schemeClr val="phClr"/>
          </a:solidFill>
          <a:prstDash val="solid"/>
        </a:ln>
        <a:ln w="34925" cap="flat" cmpd="sng" algn="in">
          <a:solidFill>
            <a:schemeClr val="phClr"/>
          </a:solidFill>
          <a:prstDash val="solid"/>
        </a:ln>
        <a:ln w="19050" cap="flat" cmpd="sng" algn="in">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35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satMod val="150000"/>
                <a:lumMod val="102000"/>
              </a:schemeClr>
            </a:gs>
            <a:gs pos="50000">
              <a:schemeClr val="phClr">
                <a:tint val="98000"/>
                <a:shade val="90000"/>
                <a:satMod val="13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TF10001025" id="{F9915BBD-9749-466F-995C-8C8D6A938EC0}" vid="{CF1D1A65-FC75-42D2-B7EF-D2991382DC6F}"/>
    </a:ext>
  </a:extLst>
</a:theme>
</file>

<file path=docProps/app.xml><?xml version="1.0" encoding="utf-8"?>
<Properties xmlns="http://schemas.openxmlformats.org/officeDocument/2006/extended-properties" xmlns:vt="http://schemas.openxmlformats.org/officeDocument/2006/docPropsVTypes">
  <TotalTime>0</TotalTime>
  <Words>395</Words>
  <Application>Microsoft Office PowerPoint</Application>
  <PresentationFormat>Widescreen</PresentationFormat>
  <Paragraphs>44</Paragraphs>
  <Slides>9</Slides>
  <Notes>0</Notes>
  <HiddenSlides>0</HiddenSlides>
  <MMClips>0</MMClips>
  <ScaleCrop>false</ScaleCrop>
  <HeadingPairs>
    <vt:vector size="6" baseType="variant">
      <vt:variant>
        <vt:lpstr>Fonts Used</vt:lpstr>
      </vt:variant>
      <vt:variant>
        <vt:i4>1</vt:i4>
      </vt:variant>
      <vt:variant>
        <vt:lpstr>Theme</vt:lpstr>
      </vt:variant>
      <vt:variant>
        <vt:i4>1</vt:i4>
      </vt:variant>
      <vt:variant>
        <vt:lpstr>Slide Titles</vt:lpstr>
      </vt:variant>
      <vt:variant>
        <vt:i4>9</vt:i4>
      </vt:variant>
    </vt:vector>
  </HeadingPairs>
  <TitlesOfParts>
    <vt:vector size="11" baseType="lpstr">
      <vt:lpstr>Franklin Gothic Book</vt:lpstr>
      <vt:lpstr>Crop</vt:lpstr>
      <vt:lpstr>Internship Presentation</vt:lpstr>
      <vt:lpstr>INTRODUCTION TO THE COMPANY</vt:lpstr>
      <vt:lpstr>OVERVIEW AND  VISION &amp; MISSION</vt:lpstr>
      <vt:lpstr>Department and it’s function</vt:lpstr>
      <vt:lpstr>PowerPoint Presentation</vt:lpstr>
      <vt:lpstr>SKILLS/KNOWLEDGE ACQUIRED</vt:lpstr>
      <vt:lpstr>SCOPE &amp; FUTURES OF HVAC SYSTEMS</vt:lpstr>
      <vt:lpstr>Conclusion </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Internship Presentation</dc:title>
  <dc:creator>Pavan kumar seelam</dc:creator>
  <cp:lastModifiedBy>sainadh posani</cp:lastModifiedBy>
  <cp:revision>5</cp:revision>
  <dcterms:created xsi:type="dcterms:W3CDTF">2024-07-26T13:35:15Z</dcterms:created>
  <dcterms:modified xsi:type="dcterms:W3CDTF">2024-11-20T15:55:10Z</dcterms:modified>
</cp:coreProperties>
</file>